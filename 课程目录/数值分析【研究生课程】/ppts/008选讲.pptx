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3" r:id="rId14"/>
    <p:sldId id="274" r:id="rId15"/>
    <p:sldId id="275" r:id="rId16"/>
    <p:sldId id="276" r:id="rId17"/>
    <p:sldId id="277" r:id="rId18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071" autoAdjust="0"/>
    <p:restoredTop sz="94660"/>
  </p:normalViewPr>
  <p:slideViewPr>
    <p:cSldViewPr>
      <p:cViewPr varScale="1">
        <p:scale>
          <a:sx n="65" d="100"/>
          <a:sy n="65" d="100"/>
        </p:scale>
        <p:origin x="-1554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Documents and Settings\Administrator\桌面\理工-1（有签名）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22226" y="0"/>
            <a:ext cx="9166226" cy="6880226"/>
          </a:xfrm>
          <a:prstGeom prst="rect">
            <a:avLst/>
          </a:prstGeom>
          <a:noFill/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00370" y="680339"/>
            <a:ext cx="6476256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3755198" y="2649269"/>
            <a:ext cx="424056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CA5C1-F603-4084-AA25-5CC419C1EBDE}" type="datetimeFigureOut">
              <a:rPr lang="zh-CN" altLang="en-US" smtClean="0"/>
              <a:pPr/>
              <a:t>2015/11/9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3A6EA-0142-423A-A99A-5851B0FF11E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Documents and Settings\Administrator\桌面\理工-2（有签名）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82714"/>
          </a:xfrm>
          <a:prstGeom prst="rect">
            <a:avLst/>
          </a:prstGeom>
          <a:noFill/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83563"/>
            <a:ext cx="82296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988840"/>
            <a:ext cx="8229600" cy="432267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CA5C1-F603-4084-AA25-5CC419C1EBDE}" type="datetimeFigureOut">
              <a:rPr lang="zh-CN" altLang="en-US" smtClean="0"/>
              <a:pPr/>
              <a:t>2015/11/9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3A6EA-0142-423A-A99A-5851B0FF11E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CA5C1-F603-4084-AA25-5CC419C1EBDE}" type="datetimeFigureOut">
              <a:rPr lang="zh-CN" altLang="en-US" smtClean="0"/>
              <a:pPr/>
              <a:t>2015/11/9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3A6EA-0142-423A-A99A-5851B0FF11E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CA5C1-F603-4084-AA25-5CC419C1EBDE}" type="datetimeFigureOut">
              <a:rPr lang="zh-CN" altLang="en-US" smtClean="0"/>
              <a:pPr/>
              <a:t>2015/11/9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3A6EA-0142-423A-A99A-5851B0FF11E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CA5C1-F603-4084-AA25-5CC419C1EBDE}" type="datetimeFigureOut">
              <a:rPr lang="zh-CN" altLang="en-US" smtClean="0"/>
              <a:pPr/>
              <a:t>2015/11/9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3A6EA-0142-423A-A99A-5851B0FF11E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CA5C1-F603-4084-AA25-5CC419C1EBDE}" type="datetimeFigureOut">
              <a:rPr lang="zh-CN" altLang="en-US" smtClean="0"/>
              <a:pPr/>
              <a:t>2015/11/9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3A6EA-0142-423A-A99A-5851B0FF11E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CA5C1-F603-4084-AA25-5CC419C1EBDE}" type="datetimeFigureOut">
              <a:rPr lang="zh-CN" altLang="en-US" smtClean="0"/>
              <a:pPr/>
              <a:t>2015/11/9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3A6EA-0142-423A-A99A-5851B0FF11E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CA5C1-F603-4084-AA25-5CC419C1EBDE}" type="datetimeFigureOut">
              <a:rPr lang="zh-CN" altLang="en-US" smtClean="0"/>
              <a:pPr/>
              <a:t>2015/11/9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3A6EA-0142-423A-A99A-5851B0FF11E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CA5C1-F603-4084-AA25-5CC419C1EBDE}" type="datetimeFigureOut">
              <a:rPr lang="zh-CN" altLang="en-US" smtClean="0"/>
              <a:pPr/>
              <a:t>2015/11/9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3A6EA-0142-423A-A99A-5851B0FF11E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CA5C1-F603-4084-AA25-5CC419C1EBDE}" type="datetimeFigureOut">
              <a:rPr lang="zh-CN" altLang="en-US" smtClean="0"/>
              <a:pPr/>
              <a:t>2015/11/9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3A6EA-0142-423A-A99A-5851B0FF11E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CA5C1-F603-4084-AA25-5CC419C1EBDE}" type="datetimeFigureOut">
              <a:rPr lang="zh-CN" altLang="en-US" smtClean="0"/>
              <a:pPr/>
              <a:t>2015/11/9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3A6EA-0142-423A-A99A-5851B0FF11E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DCA5C1-F603-4084-AA25-5CC419C1EBDE}" type="datetimeFigureOut">
              <a:rPr lang="zh-CN" altLang="en-US" smtClean="0"/>
              <a:pPr/>
              <a:t>2015/11/9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23A6EA-0142-423A-A99A-5851B0FF11E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83563"/>
            <a:ext cx="8229600" cy="773735"/>
          </a:xfrm>
        </p:spPr>
        <p:txBody>
          <a:bodyPr>
            <a:noAutofit/>
          </a:bodyPr>
          <a:lstStyle/>
          <a:p>
            <a:r>
              <a:rPr lang="zh-CN" altLang="en-US" sz="3600" dirty="0" smtClean="0"/>
              <a:t>计算矩阵的特征值和特征向量</a:t>
            </a:r>
            <a:endParaRPr lang="zh-CN" altLang="en-US" sz="3600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75675" y="1486727"/>
            <a:ext cx="8347750" cy="4786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30306" y="1722688"/>
            <a:ext cx="8229600" cy="42952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493790"/>
            <a:ext cx="8229600" cy="47530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92618" y="1415303"/>
            <a:ext cx="7651188" cy="4883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28596" y="1714488"/>
            <a:ext cx="8229600" cy="38722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86587" y="1687594"/>
            <a:ext cx="8229600" cy="35804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10041" y="1415303"/>
            <a:ext cx="7723918" cy="4883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736391"/>
            <a:ext cx="8229600" cy="42678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477068"/>
            <a:ext cx="8229600" cy="4786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96409" y="1415303"/>
            <a:ext cx="7751181" cy="4883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27811" y="1455737"/>
            <a:ext cx="7000875" cy="482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618198"/>
            <a:ext cx="8229600" cy="41815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942997" y="1506444"/>
            <a:ext cx="6772275" cy="478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85804" y="1643050"/>
            <a:ext cx="8229600" cy="4194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565857"/>
            <a:ext cx="8229600" cy="46089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817770" y="1415303"/>
            <a:ext cx="7400884" cy="4883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628315"/>
            <a:ext cx="8229600" cy="44840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学术报告—重庆理工大学(有签名）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3630</TotalTime>
  <Words>6</Words>
  <Application>Microsoft Office PowerPoint</Application>
  <PresentationFormat>全屏显示(4:3)</PresentationFormat>
  <Paragraphs>1</Paragraphs>
  <Slides>17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18" baseType="lpstr">
      <vt:lpstr>学术报告—重庆理工大学(有签名）</vt:lpstr>
      <vt:lpstr>计算矩阵的特征值和特征向量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  <vt:lpstr>幻灯片 15</vt:lpstr>
      <vt:lpstr>幻灯片 16</vt:lpstr>
      <vt:lpstr>幻灯片 17</vt:lpstr>
    </vt:vector>
  </TitlesOfParts>
  <Company>微软中国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微软用户</dc:creator>
  <cp:lastModifiedBy>PC</cp:lastModifiedBy>
  <cp:revision>442</cp:revision>
  <dcterms:created xsi:type="dcterms:W3CDTF">2013-10-08T04:55:16Z</dcterms:created>
  <dcterms:modified xsi:type="dcterms:W3CDTF">2015-11-09T06:13:07Z</dcterms:modified>
</cp:coreProperties>
</file>