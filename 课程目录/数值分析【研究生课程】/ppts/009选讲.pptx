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71" autoAdjust="0"/>
    <p:restoredTop sz="94660"/>
  </p:normalViewPr>
  <p:slideViewPr>
    <p:cSldViewPr>
      <p:cViewPr varScale="1">
        <p:scale>
          <a:sx n="65" d="100"/>
          <a:sy n="65" d="100"/>
        </p:scale>
        <p:origin x="-155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ocuments and Settings\Administrator\桌面\理工-1（有签名）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2226" y="0"/>
            <a:ext cx="9166226" cy="6880226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00370" y="680339"/>
            <a:ext cx="6476256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755198" y="2649269"/>
            <a:ext cx="424056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Documents and Settings\Administrator\桌面\理工-2（有签名）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82714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3226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8</a:t>
            </a:r>
            <a:r>
              <a:rPr lang="zh-CN" altLang="en-US" sz="3600" dirty="0" smtClean="0"/>
              <a:t>章 常微分方程数值解</a:t>
            </a:r>
            <a:endParaRPr lang="zh-CN" altLang="en-US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1486741"/>
            <a:ext cx="7764782" cy="481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67700"/>
            <a:ext cx="8229600" cy="447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486741"/>
            <a:ext cx="7410216" cy="481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37474"/>
            <a:ext cx="8229600" cy="4137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9125" y="1619063"/>
            <a:ext cx="7905750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58867" y="1486741"/>
            <a:ext cx="7557326" cy="481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687594"/>
            <a:ext cx="8229600" cy="2758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1473294"/>
            <a:ext cx="7571776" cy="481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473294"/>
            <a:ext cx="7279031" cy="481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5490" y="1687594"/>
            <a:ext cx="8229600" cy="345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100"/>
            <a:ext cx="8229600" cy="453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745585"/>
            <a:ext cx="8229600" cy="2452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60542" y="1486741"/>
            <a:ext cx="7046400" cy="481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34167" y="1473294"/>
            <a:ext cx="6623915" cy="481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669944"/>
            <a:ext cx="8229600" cy="1912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611953"/>
            <a:ext cx="8229600" cy="4155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30306" y="1707196"/>
            <a:ext cx="8229600" cy="4021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95268" y="1299316"/>
            <a:ext cx="6562814" cy="4998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643050"/>
            <a:ext cx="8229600" cy="323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1745585"/>
            <a:ext cx="8229600" cy="3220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3753" y="1701041"/>
            <a:ext cx="8229600" cy="4141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13</a:t>
            </a:r>
            <a:r>
              <a:rPr lang="zh-CN" altLang="en-US" sz="3600" dirty="0" smtClean="0"/>
              <a:t>讲   常微分方程数值解</a:t>
            </a:r>
            <a:endParaRPr lang="zh-CN" altLang="en-US" sz="3600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4393" y="1723732"/>
            <a:ext cx="8229600" cy="3660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学术报告—重庆理工大学(有签名）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3786</TotalTime>
  <Words>7</Words>
  <Application>Microsoft Office PowerPoint</Application>
  <PresentationFormat>全屏显示(4:3)</PresentationFormat>
  <Paragraphs>2</Paragraphs>
  <Slides>22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学术报告—重庆理工大学(有签名）</vt:lpstr>
      <vt:lpstr>第8章 常微分方程数值解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第13讲   常微分方程数值解</vt:lpstr>
    </vt:vector>
  </TitlesOfParts>
  <Company>微软中国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PC</cp:lastModifiedBy>
  <cp:revision>470</cp:revision>
  <dcterms:created xsi:type="dcterms:W3CDTF">2013-10-08T04:55:16Z</dcterms:created>
  <dcterms:modified xsi:type="dcterms:W3CDTF">2015-11-09T06:15:14Z</dcterms:modified>
</cp:coreProperties>
</file>