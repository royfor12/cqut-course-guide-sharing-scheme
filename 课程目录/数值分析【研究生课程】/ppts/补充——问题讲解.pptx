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300" r:id="rId4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71" autoAdjust="0"/>
    <p:restoredTop sz="94660"/>
  </p:normalViewPr>
  <p:slideViewPr>
    <p:cSldViewPr>
      <p:cViewPr varScale="1">
        <p:scale>
          <a:sx n="66" d="100"/>
          <a:sy n="66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00370" y="680339"/>
            <a:ext cx="6476256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3755198" y="2649269"/>
            <a:ext cx="424056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CA5C1-F603-4084-AA25-5CC419C1EBDE}" type="datetimeFigureOut">
              <a:rPr lang="zh-CN" altLang="en-US" smtClean="0"/>
              <a:pPr/>
              <a:t>2018/3/3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3A6EA-0142-423A-A99A-5851B0FF11E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83563"/>
            <a:ext cx="82296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988840"/>
            <a:ext cx="8229600" cy="432267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CA5C1-F603-4084-AA25-5CC419C1EBDE}" type="datetimeFigureOut">
              <a:rPr lang="zh-CN" altLang="en-US" smtClean="0"/>
              <a:pPr/>
              <a:t>2018/3/3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3A6EA-0142-423A-A99A-5851B0FF11E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CA5C1-F603-4084-AA25-5CC419C1EBDE}" type="datetimeFigureOut">
              <a:rPr lang="zh-CN" altLang="en-US" smtClean="0"/>
              <a:pPr/>
              <a:t>2018/3/3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3A6EA-0142-423A-A99A-5851B0FF11E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CA5C1-F603-4084-AA25-5CC419C1EBDE}" type="datetimeFigureOut">
              <a:rPr lang="zh-CN" altLang="en-US" smtClean="0"/>
              <a:pPr/>
              <a:t>2018/3/3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3A6EA-0142-423A-A99A-5851B0FF11E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CA5C1-F603-4084-AA25-5CC419C1EBDE}" type="datetimeFigureOut">
              <a:rPr lang="zh-CN" altLang="en-US" smtClean="0"/>
              <a:pPr/>
              <a:t>2018/3/3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3A6EA-0142-423A-A99A-5851B0FF11E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CA5C1-F603-4084-AA25-5CC419C1EBDE}" type="datetimeFigureOut">
              <a:rPr lang="zh-CN" altLang="en-US" smtClean="0"/>
              <a:pPr/>
              <a:t>2018/3/3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3A6EA-0142-423A-A99A-5851B0FF11E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CA5C1-F603-4084-AA25-5CC419C1EBDE}" type="datetimeFigureOut">
              <a:rPr lang="zh-CN" altLang="en-US" smtClean="0"/>
              <a:pPr/>
              <a:t>2018/3/3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3A6EA-0142-423A-A99A-5851B0FF11E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CA5C1-F603-4084-AA25-5CC419C1EBDE}" type="datetimeFigureOut">
              <a:rPr lang="zh-CN" altLang="en-US" smtClean="0"/>
              <a:pPr/>
              <a:t>2018/3/3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3A6EA-0142-423A-A99A-5851B0FF11E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CA5C1-F603-4084-AA25-5CC419C1EBDE}" type="datetimeFigureOut">
              <a:rPr lang="zh-CN" altLang="en-US" smtClean="0"/>
              <a:pPr/>
              <a:t>2018/3/3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3A6EA-0142-423A-A99A-5851B0FF11E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CA5C1-F603-4084-AA25-5CC419C1EBDE}" type="datetimeFigureOut">
              <a:rPr lang="zh-CN" altLang="en-US" smtClean="0"/>
              <a:pPr/>
              <a:t>2018/3/3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3A6EA-0142-423A-A99A-5851B0FF11E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CA5C1-F603-4084-AA25-5CC419C1EBDE}" type="datetimeFigureOut">
              <a:rPr lang="zh-CN" altLang="en-US" smtClean="0"/>
              <a:pPr/>
              <a:t>2018/3/3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3A6EA-0142-423A-A99A-5851B0FF11E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DCA5C1-F603-4084-AA25-5CC419C1EBDE}" type="datetimeFigureOut">
              <a:rPr lang="zh-CN" altLang="en-US" smtClean="0"/>
              <a:pPr/>
              <a:t>2018/3/3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23A6EA-0142-423A-A99A-5851B0FF11E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46185" y="661029"/>
            <a:ext cx="6764288" cy="1470025"/>
          </a:xfrm>
        </p:spPr>
        <p:txBody>
          <a:bodyPr/>
          <a:lstStyle/>
          <a:p>
            <a:r>
              <a:rPr lang="zh-CN" altLang="en-US" dirty="0" smtClean="0"/>
              <a:t>数值分析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第</a:t>
            </a:r>
            <a:r>
              <a:rPr lang="en-US" altLang="zh-CN" dirty="0" smtClean="0"/>
              <a:t>14</a:t>
            </a:r>
            <a:r>
              <a:rPr lang="zh-CN" altLang="en-US" dirty="0" smtClean="0"/>
              <a:t>讲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271164" y="2996952"/>
            <a:ext cx="4601671" cy="1752600"/>
          </a:xfrm>
        </p:spPr>
        <p:txBody>
          <a:bodyPr>
            <a:normAutofit fontScale="92500"/>
          </a:bodyPr>
          <a:lstStyle/>
          <a:p>
            <a:endParaRPr lang="en-US" altLang="zh-CN" b="1" dirty="0" smtClean="0">
              <a:solidFill>
                <a:schemeClr val="tx1"/>
              </a:solidFill>
            </a:endParaRPr>
          </a:p>
          <a:p>
            <a:r>
              <a:rPr lang="zh-CN" altLang="en-US" b="1" dirty="0" smtClean="0">
                <a:solidFill>
                  <a:schemeClr val="tx1"/>
                </a:solidFill>
              </a:rPr>
              <a:t>主讲人：刘瑞华</a:t>
            </a:r>
            <a:endParaRPr lang="en-US" altLang="zh-CN" b="1" dirty="0" smtClean="0">
              <a:solidFill>
                <a:schemeClr val="tx1"/>
              </a:solidFill>
            </a:endParaRPr>
          </a:p>
          <a:p>
            <a:r>
              <a:rPr lang="en-US" altLang="zh-CN" b="1" dirty="0" smtClean="0">
                <a:solidFill>
                  <a:schemeClr val="tx1"/>
                </a:solidFill>
              </a:rPr>
              <a:t>E-mail: lruih@foxmail.com</a:t>
            </a:r>
          </a:p>
          <a:p>
            <a:pPr algn="l"/>
            <a:endParaRPr lang="zh-CN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dirty="0" smtClean="0"/>
              <a:t>教材、参考书目</a:t>
            </a:r>
            <a:endParaRPr lang="zh-CN" alt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844824"/>
            <a:ext cx="8229600" cy="4466694"/>
          </a:xfrm>
        </p:spPr>
        <p:txBody>
          <a:bodyPr>
            <a:normAutofit/>
          </a:bodyPr>
          <a:lstStyle/>
          <a:p>
            <a:r>
              <a:rPr lang="zh-CN" altLang="en-US" sz="2400" dirty="0" smtClean="0"/>
              <a:t>教材：</a:t>
            </a:r>
            <a:endParaRPr lang="en-US" altLang="zh-CN" sz="2400" dirty="0" smtClean="0"/>
          </a:p>
          <a:p>
            <a:pPr>
              <a:buNone/>
            </a:pPr>
            <a:r>
              <a:rPr lang="en-US" altLang="zh-CN" sz="2400" dirty="0" smtClean="0"/>
              <a:t>	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数值计算方法与算法（第二版），</a:t>
            </a:r>
            <a:r>
              <a:rPr lang="zh-CN" altLang="en-US" sz="2400" dirty="0" smtClean="0"/>
              <a:t>张韵华、奚梅成、陈效群 编，中国科学技术大学数学教学丛书，科学出版社；</a:t>
            </a:r>
            <a:endParaRPr lang="en-US" altLang="zh-CN" sz="2400" dirty="0" smtClean="0"/>
          </a:p>
          <a:p>
            <a:endParaRPr lang="en-US" altLang="zh-CN" sz="2400" dirty="0" smtClean="0"/>
          </a:p>
          <a:p>
            <a:r>
              <a:rPr lang="zh-CN" altLang="en-US" sz="2400" dirty="0" smtClean="0"/>
              <a:t>参考教材：</a:t>
            </a:r>
            <a:endParaRPr lang="en-US" altLang="zh-CN" sz="2400" dirty="0" smtClean="0"/>
          </a:p>
          <a:p>
            <a:pPr>
              <a:spcBef>
                <a:spcPts val="600"/>
              </a:spcBef>
              <a:buNone/>
            </a:pPr>
            <a:r>
              <a:rPr lang="en-US" altLang="zh-CN" sz="2400" dirty="0" smtClean="0"/>
              <a:t>	1. 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数值分析（第五版），</a:t>
            </a:r>
            <a:r>
              <a:rPr lang="zh-CN" altLang="en-US" sz="2400" dirty="0" smtClean="0"/>
              <a:t>李庆杨、王能超、易大义  编，清华大学出版；</a:t>
            </a:r>
            <a:endParaRPr lang="en-US" altLang="zh-CN" sz="2400" dirty="0" smtClean="0"/>
          </a:p>
          <a:p>
            <a:pPr>
              <a:buNone/>
            </a:pPr>
            <a:r>
              <a:rPr lang="en-US" altLang="zh-CN" sz="2400" dirty="0" smtClean="0"/>
              <a:t>     </a:t>
            </a:r>
          </a:p>
          <a:p>
            <a:pPr>
              <a:buNone/>
            </a:pPr>
            <a:r>
              <a:rPr lang="en-US" altLang="zh-CN" sz="2400" dirty="0" smtClean="0"/>
              <a:t>     2. 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数值分析及其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Matlab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实现</a:t>
            </a:r>
            <a:r>
              <a:rPr lang="zh-CN" altLang="en-US" sz="2400" dirty="0" smtClean="0"/>
              <a:t>，任玉杰 编，高等教育出版社</a:t>
            </a:r>
            <a:endParaRPr lang="en-US" altLang="zh-CN" sz="2400" dirty="0" smtClean="0"/>
          </a:p>
          <a:p>
            <a:endParaRPr lang="en-US" altLang="zh-CN" sz="2400" dirty="0" smtClean="0"/>
          </a:p>
          <a:p>
            <a:pPr>
              <a:buNone/>
            </a:pPr>
            <a:endParaRPr lang="en-US" altLang="zh-CN" sz="2400" dirty="0" smtClean="0"/>
          </a:p>
          <a:p>
            <a:pPr>
              <a:buNone/>
            </a:pPr>
            <a:endParaRPr lang="en-US" altLang="zh-CN" sz="2400" dirty="0" smtClean="0"/>
          </a:p>
          <a:p>
            <a:pPr>
              <a:buNone/>
            </a:pP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83563"/>
            <a:ext cx="8229600" cy="773735"/>
          </a:xfrm>
        </p:spPr>
        <p:txBody>
          <a:bodyPr>
            <a:noAutofit/>
          </a:bodyPr>
          <a:lstStyle/>
          <a:p>
            <a:r>
              <a:rPr lang="zh-CN" altLang="en-US" sz="3600" dirty="0" smtClean="0"/>
              <a:t>第</a:t>
            </a:r>
            <a:r>
              <a:rPr lang="en-US" altLang="zh-CN" sz="3600" dirty="0" smtClean="0"/>
              <a:t>14</a:t>
            </a:r>
            <a:r>
              <a:rPr lang="zh-CN" altLang="en-US" sz="3600" dirty="0" smtClean="0"/>
              <a:t>讲   问题讲解</a:t>
            </a:r>
            <a:endParaRPr lang="zh-CN" altLang="en-US" sz="3600" dirty="0"/>
          </a:p>
        </p:txBody>
      </p:sp>
      <p:pic>
        <p:nvPicPr>
          <p:cNvPr id="3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28596" y="1714488"/>
            <a:ext cx="8154536" cy="40719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83563"/>
            <a:ext cx="8229600" cy="773735"/>
          </a:xfrm>
        </p:spPr>
        <p:txBody>
          <a:bodyPr>
            <a:noAutofit/>
          </a:bodyPr>
          <a:lstStyle/>
          <a:p>
            <a:r>
              <a:rPr lang="zh-CN" altLang="en-US" sz="3600" dirty="0" smtClean="0"/>
              <a:t>第</a:t>
            </a:r>
            <a:r>
              <a:rPr lang="en-US" altLang="zh-CN" sz="3600" dirty="0" smtClean="0"/>
              <a:t>14</a:t>
            </a:r>
            <a:r>
              <a:rPr lang="zh-CN" altLang="en-US" sz="3600" dirty="0" smtClean="0"/>
              <a:t>讲   问题讲解</a:t>
            </a:r>
            <a:endParaRPr lang="zh-CN" altLang="en-US" sz="3600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57158" y="1714488"/>
            <a:ext cx="8174087" cy="39290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83563"/>
            <a:ext cx="8229600" cy="773735"/>
          </a:xfrm>
        </p:spPr>
        <p:txBody>
          <a:bodyPr>
            <a:noAutofit/>
          </a:bodyPr>
          <a:lstStyle/>
          <a:p>
            <a:r>
              <a:rPr lang="zh-CN" altLang="en-US" sz="3600" dirty="0" smtClean="0"/>
              <a:t>第</a:t>
            </a:r>
            <a:r>
              <a:rPr lang="en-US" altLang="zh-CN" sz="3600" dirty="0" smtClean="0"/>
              <a:t>14</a:t>
            </a:r>
            <a:r>
              <a:rPr lang="zh-CN" altLang="en-US" sz="3600" dirty="0" smtClean="0"/>
              <a:t>讲   问题讲解</a:t>
            </a:r>
            <a:endParaRPr lang="zh-CN" altLang="en-US" sz="3600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16859" y="1671659"/>
            <a:ext cx="8229600" cy="44149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83563"/>
            <a:ext cx="8229600" cy="773735"/>
          </a:xfrm>
        </p:spPr>
        <p:txBody>
          <a:bodyPr>
            <a:noAutofit/>
          </a:bodyPr>
          <a:lstStyle/>
          <a:p>
            <a:r>
              <a:rPr lang="zh-CN" altLang="en-US" sz="3600" dirty="0" smtClean="0"/>
              <a:t>第</a:t>
            </a:r>
            <a:r>
              <a:rPr lang="en-US" altLang="zh-CN" sz="3600" dirty="0" smtClean="0"/>
              <a:t>14</a:t>
            </a:r>
            <a:r>
              <a:rPr lang="zh-CN" altLang="en-US" sz="3600" dirty="0" smtClean="0"/>
              <a:t>讲   问题讲解</a:t>
            </a:r>
            <a:endParaRPr lang="zh-CN" altLang="en-US" sz="3600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43753" y="1765047"/>
            <a:ext cx="8229600" cy="42819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83563"/>
            <a:ext cx="8229600" cy="773735"/>
          </a:xfrm>
        </p:spPr>
        <p:txBody>
          <a:bodyPr>
            <a:noAutofit/>
          </a:bodyPr>
          <a:lstStyle/>
          <a:p>
            <a:r>
              <a:rPr lang="zh-CN" altLang="en-US" sz="3600" dirty="0" smtClean="0"/>
              <a:t>第</a:t>
            </a:r>
            <a:r>
              <a:rPr lang="en-US" altLang="zh-CN" sz="3600" dirty="0" smtClean="0"/>
              <a:t>14</a:t>
            </a:r>
            <a:r>
              <a:rPr lang="zh-CN" altLang="en-US" sz="3600" dirty="0" smtClean="0"/>
              <a:t>讲   问题讲解</a:t>
            </a:r>
            <a:endParaRPr lang="zh-CN" altLang="en-US" sz="3600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874101"/>
            <a:ext cx="8229600" cy="4063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83563"/>
            <a:ext cx="8229600" cy="773735"/>
          </a:xfrm>
        </p:spPr>
        <p:txBody>
          <a:bodyPr>
            <a:noAutofit/>
          </a:bodyPr>
          <a:lstStyle/>
          <a:p>
            <a:r>
              <a:rPr lang="zh-CN" altLang="en-US" sz="3600" dirty="0" smtClean="0"/>
              <a:t>第</a:t>
            </a:r>
            <a:r>
              <a:rPr lang="en-US" altLang="zh-CN" sz="3600" dirty="0" smtClean="0"/>
              <a:t>14</a:t>
            </a:r>
            <a:r>
              <a:rPr lang="zh-CN" altLang="en-US" sz="3600" dirty="0" smtClean="0"/>
              <a:t>讲   问题讲解</a:t>
            </a:r>
            <a:endParaRPr lang="zh-CN" altLang="en-US" sz="3600" dirty="0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855571"/>
            <a:ext cx="8229600" cy="41009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83563"/>
            <a:ext cx="8229600" cy="773735"/>
          </a:xfrm>
        </p:spPr>
        <p:txBody>
          <a:bodyPr>
            <a:noAutofit/>
          </a:bodyPr>
          <a:lstStyle/>
          <a:p>
            <a:r>
              <a:rPr lang="zh-CN" altLang="en-US" sz="3600" dirty="0" smtClean="0"/>
              <a:t>第</a:t>
            </a:r>
            <a:r>
              <a:rPr lang="en-US" altLang="zh-CN" sz="3600" dirty="0" smtClean="0"/>
              <a:t>14</a:t>
            </a:r>
            <a:r>
              <a:rPr lang="zh-CN" altLang="en-US" sz="3600" dirty="0" smtClean="0"/>
              <a:t>讲   问题讲解</a:t>
            </a:r>
            <a:endParaRPr lang="zh-CN" altLang="en-US" sz="3600" dirty="0"/>
          </a:p>
        </p:txBody>
      </p:sp>
      <p:pic>
        <p:nvPicPr>
          <p:cNvPr id="717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00034" y="1785926"/>
            <a:ext cx="8089783" cy="22860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83563"/>
            <a:ext cx="8229600" cy="773735"/>
          </a:xfrm>
        </p:spPr>
        <p:txBody>
          <a:bodyPr>
            <a:noAutofit/>
          </a:bodyPr>
          <a:lstStyle/>
          <a:p>
            <a:r>
              <a:rPr lang="zh-CN" altLang="en-US" sz="3600" dirty="0" smtClean="0"/>
              <a:t>第</a:t>
            </a:r>
            <a:r>
              <a:rPr lang="en-US" altLang="zh-CN" sz="3600" dirty="0" smtClean="0"/>
              <a:t>14</a:t>
            </a:r>
            <a:r>
              <a:rPr lang="zh-CN" altLang="en-US" sz="3600" dirty="0" smtClean="0"/>
              <a:t>讲   问题讲解</a:t>
            </a:r>
            <a:endParaRPr lang="zh-CN" altLang="en-US" sz="3600" dirty="0"/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88255" y="1643050"/>
            <a:ext cx="8468622" cy="23574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83563"/>
            <a:ext cx="8229600" cy="773735"/>
          </a:xfrm>
        </p:spPr>
        <p:txBody>
          <a:bodyPr>
            <a:noAutofit/>
          </a:bodyPr>
          <a:lstStyle/>
          <a:p>
            <a:r>
              <a:rPr lang="zh-CN" altLang="en-US" sz="3600" dirty="0" smtClean="0"/>
              <a:t>第</a:t>
            </a:r>
            <a:r>
              <a:rPr lang="en-US" altLang="zh-CN" sz="3600" dirty="0" smtClean="0"/>
              <a:t>14</a:t>
            </a:r>
            <a:r>
              <a:rPr lang="zh-CN" altLang="en-US" sz="3600" dirty="0" smtClean="0"/>
              <a:t>讲   问题讲解</a:t>
            </a:r>
            <a:endParaRPr lang="zh-CN" altLang="en-US" sz="3600" dirty="0"/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785918" y="1276615"/>
            <a:ext cx="5286412" cy="50176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83563"/>
            <a:ext cx="8229600" cy="773735"/>
          </a:xfrm>
        </p:spPr>
        <p:txBody>
          <a:bodyPr>
            <a:noAutofit/>
          </a:bodyPr>
          <a:lstStyle/>
          <a:p>
            <a:r>
              <a:rPr lang="zh-CN" altLang="en-US" sz="3600" dirty="0" smtClean="0"/>
              <a:t>第</a:t>
            </a:r>
            <a:r>
              <a:rPr lang="en-US" altLang="zh-CN" sz="3600" dirty="0" smtClean="0"/>
              <a:t>14</a:t>
            </a:r>
            <a:r>
              <a:rPr lang="zh-CN" altLang="en-US" sz="3600" dirty="0" smtClean="0"/>
              <a:t>讲   问题讲解</a:t>
            </a:r>
            <a:endParaRPr lang="zh-CN" altLang="en-US" sz="3600" dirty="0"/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009774" y="1596231"/>
            <a:ext cx="5205431" cy="4692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83563"/>
            <a:ext cx="8229600" cy="773735"/>
          </a:xfrm>
        </p:spPr>
        <p:txBody>
          <a:bodyPr>
            <a:noAutofit/>
          </a:bodyPr>
          <a:lstStyle/>
          <a:p>
            <a:r>
              <a:rPr lang="zh-CN" altLang="en-US" sz="3600" dirty="0" smtClean="0"/>
              <a:t>第</a:t>
            </a:r>
            <a:r>
              <a:rPr lang="en-US" altLang="zh-CN" sz="3600" dirty="0" smtClean="0"/>
              <a:t>14</a:t>
            </a:r>
            <a:r>
              <a:rPr lang="zh-CN" altLang="en-US" sz="3600" dirty="0" smtClean="0"/>
              <a:t>讲   问题讲解</a:t>
            </a:r>
            <a:endParaRPr lang="zh-CN" altLang="en-US" sz="3600" dirty="0"/>
          </a:p>
        </p:txBody>
      </p:sp>
      <p:pic>
        <p:nvPicPr>
          <p:cNvPr id="112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922457" y="1473294"/>
            <a:ext cx="5299086" cy="4811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83563"/>
            <a:ext cx="8229600" cy="773735"/>
          </a:xfrm>
        </p:spPr>
        <p:txBody>
          <a:bodyPr>
            <a:noAutofit/>
          </a:bodyPr>
          <a:lstStyle/>
          <a:p>
            <a:r>
              <a:rPr lang="zh-CN" altLang="en-US" sz="3600" dirty="0" smtClean="0"/>
              <a:t>第</a:t>
            </a:r>
            <a:r>
              <a:rPr lang="en-US" altLang="zh-CN" sz="3600" dirty="0" smtClean="0"/>
              <a:t>14</a:t>
            </a:r>
            <a:r>
              <a:rPr lang="zh-CN" altLang="en-US" sz="3600" dirty="0" smtClean="0"/>
              <a:t>讲   问题讲解</a:t>
            </a:r>
            <a:endParaRPr lang="zh-CN" altLang="en-US" sz="3600" dirty="0"/>
          </a:p>
        </p:txBody>
      </p:sp>
      <p:pic>
        <p:nvPicPr>
          <p:cNvPr id="122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993371" y="1486741"/>
            <a:ext cx="5157257" cy="4811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83563"/>
            <a:ext cx="8229600" cy="773735"/>
          </a:xfrm>
        </p:spPr>
        <p:txBody>
          <a:bodyPr>
            <a:noAutofit/>
          </a:bodyPr>
          <a:lstStyle/>
          <a:p>
            <a:r>
              <a:rPr lang="zh-CN" altLang="en-US" sz="3600" dirty="0" smtClean="0"/>
              <a:t>第</a:t>
            </a:r>
            <a:r>
              <a:rPr lang="en-US" altLang="zh-CN" sz="3600" dirty="0" smtClean="0"/>
              <a:t>14</a:t>
            </a:r>
            <a:r>
              <a:rPr lang="zh-CN" altLang="en-US" sz="3600" dirty="0" smtClean="0"/>
              <a:t>讲   问题讲解</a:t>
            </a:r>
            <a:endParaRPr lang="zh-CN" altLang="en-US" sz="3600" dirty="0"/>
          </a:p>
        </p:txBody>
      </p:sp>
      <p:pic>
        <p:nvPicPr>
          <p:cNvPr id="1331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010927" y="1473294"/>
            <a:ext cx="5122145" cy="4811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83563"/>
            <a:ext cx="8229600" cy="773735"/>
          </a:xfrm>
        </p:spPr>
        <p:txBody>
          <a:bodyPr>
            <a:noAutofit/>
          </a:bodyPr>
          <a:lstStyle/>
          <a:p>
            <a:r>
              <a:rPr lang="zh-CN" altLang="en-US" sz="3600" dirty="0" smtClean="0"/>
              <a:t>第</a:t>
            </a:r>
            <a:r>
              <a:rPr lang="en-US" altLang="zh-CN" sz="3600" dirty="0" smtClean="0"/>
              <a:t>14</a:t>
            </a:r>
            <a:r>
              <a:rPr lang="zh-CN" altLang="en-US" sz="3600" dirty="0" smtClean="0"/>
              <a:t>讲   问题讲解</a:t>
            </a:r>
            <a:endParaRPr lang="zh-CN" altLang="en-US" sz="3600" dirty="0"/>
          </a:p>
        </p:txBody>
      </p:sp>
      <p:pic>
        <p:nvPicPr>
          <p:cNvPr id="1433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111153" y="1473294"/>
            <a:ext cx="4921694" cy="4811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83563"/>
            <a:ext cx="8229600" cy="773735"/>
          </a:xfrm>
        </p:spPr>
        <p:txBody>
          <a:bodyPr>
            <a:noAutofit/>
          </a:bodyPr>
          <a:lstStyle/>
          <a:p>
            <a:r>
              <a:rPr lang="zh-CN" altLang="en-US" sz="3600" dirty="0" smtClean="0"/>
              <a:t>第</a:t>
            </a:r>
            <a:r>
              <a:rPr lang="en-US" altLang="zh-CN" sz="3600" dirty="0" smtClean="0"/>
              <a:t>14</a:t>
            </a:r>
            <a:r>
              <a:rPr lang="zh-CN" altLang="en-US" sz="3600" dirty="0" smtClean="0"/>
              <a:t>讲   问题讲解</a:t>
            </a:r>
            <a:endParaRPr lang="zh-CN" altLang="en-US" sz="3600" dirty="0"/>
          </a:p>
        </p:txBody>
      </p:sp>
      <p:pic>
        <p:nvPicPr>
          <p:cNvPr id="1536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845436" y="1334608"/>
            <a:ext cx="5453128" cy="49546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83563"/>
            <a:ext cx="8229600" cy="773735"/>
          </a:xfrm>
        </p:spPr>
        <p:txBody>
          <a:bodyPr>
            <a:noAutofit/>
          </a:bodyPr>
          <a:lstStyle/>
          <a:p>
            <a:r>
              <a:rPr lang="zh-CN" altLang="en-US" sz="3600" dirty="0" smtClean="0"/>
              <a:t>第</a:t>
            </a:r>
            <a:r>
              <a:rPr lang="en-US" altLang="zh-CN" sz="3600" dirty="0" smtClean="0"/>
              <a:t>14</a:t>
            </a:r>
            <a:r>
              <a:rPr lang="zh-CN" altLang="en-US" sz="3600" dirty="0" smtClean="0"/>
              <a:t>讲   问题讲解</a:t>
            </a:r>
            <a:endParaRPr lang="zh-CN" altLang="en-US" sz="3600" dirty="0"/>
          </a:p>
        </p:txBody>
      </p:sp>
      <p:pic>
        <p:nvPicPr>
          <p:cNvPr id="1638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902677" y="1473280"/>
            <a:ext cx="5338646" cy="48117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83563"/>
            <a:ext cx="8229600" cy="773735"/>
          </a:xfrm>
        </p:spPr>
        <p:txBody>
          <a:bodyPr>
            <a:noAutofit/>
          </a:bodyPr>
          <a:lstStyle/>
          <a:p>
            <a:r>
              <a:rPr lang="zh-CN" altLang="en-US" sz="3600" dirty="0" smtClean="0"/>
              <a:t>第</a:t>
            </a:r>
            <a:r>
              <a:rPr lang="en-US" altLang="zh-CN" sz="3600" dirty="0" smtClean="0"/>
              <a:t>14</a:t>
            </a:r>
            <a:r>
              <a:rPr lang="zh-CN" altLang="en-US" sz="3600" dirty="0" smtClean="0"/>
              <a:t>讲   问题讲解</a:t>
            </a:r>
            <a:endParaRPr lang="zh-CN" altLang="en-US" sz="3600" dirty="0"/>
          </a:p>
        </p:txBody>
      </p:sp>
      <p:pic>
        <p:nvPicPr>
          <p:cNvPr id="1741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784191" y="1348054"/>
            <a:ext cx="5494936" cy="495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83563"/>
            <a:ext cx="8229600" cy="773735"/>
          </a:xfrm>
        </p:spPr>
        <p:txBody>
          <a:bodyPr>
            <a:noAutofit/>
          </a:bodyPr>
          <a:lstStyle/>
          <a:p>
            <a:r>
              <a:rPr lang="zh-CN" altLang="en-US" sz="3600" dirty="0" smtClean="0"/>
              <a:t>第</a:t>
            </a:r>
            <a:r>
              <a:rPr lang="en-US" altLang="zh-CN" sz="3600" dirty="0" smtClean="0"/>
              <a:t>14</a:t>
            </a:r>
            <a:r>
              <a:rPr lang="zh-CN" altLang="en-US" sz="3600" dirty="0" smtClean="0"/>
              <a:t>讲   问题讲解</a:t>
            </a:r>
            <a:endParaRPr lang="zh-CN" altLang="en-US" sz="3600" dirty="0"/>
          </a:p>
        </p:txBody>
      </p:sp>
      <p:pic>
        <p:nvPicPr>
          <p:cNvPr id="1843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857356" y="1376926"/>
            <a:ext cx="5429288" cy="4923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83563"/>
            <a:ext cx="8229600" cy="773735"/>
          </a:xfrm>
        </p:spPr>
        <p:txBody>
          <a:bodyPr>
            <a:noAutofit/>
          </a:bodyPr>
          <a:lstStyle/>
          <a:p>
            <a:r>
              <a:rPr lang="zh-CN" altLang="en-US" sz="3600" dirty="0" smtClean="0"/>
              <a:t>第</a:t>
            </a:r>
            <a:r>
              <a:rPr lang="en-US" altLang="zh-CN" sz="3600" dirty="0" smtClean="0"/>
              <a:t>14</a:t>
            </a:r>
            <a:r>
              <a:rPr lang="zh-CN" altLang="en-US" sz="3600" dirty="0" smtClean="0"/>
              <a:t>讲   问题讲解</a:t>
            </a:r>
            <a:endParaRPr lang="zh-CN" altLang="en-US" sz="3600" dirty="0"/>
          </a:p>
        </p:txBody>
      </p:sp>
      <p:pic>
        <p:nvPicPr>
          <p:cNvPr id="1945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918613" y="1473280"/>
            <a:ext cx="5306774" cy="48117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83563"/>
            <a:ext cx="8229600" cy="773735"/>
          </a:xfrm>
        </p:spPr>
        <p:txBody>
          <a:bodyPr>
            <a:noAutofit/>
          </a:bodyPr>
          <a:lstStyle/>
          <a:p>
            <a:r>
              <a:rPr lang="zh-CN" altLang="en-US" sz="3600" dirty="0" smtClean="0"/>
              <a:t>第</a:t>
            </a:r>
            <a:r>
              <a:rPr lang="en-US" altLang="zh-CN" sz="3600" dirty="0" smtClean="0"/>
              <a:t>14</a:t>
            </a:r>
            <a:r>
              <a:rPr lang="zh-CN" altLang="en-US" sz="3600" dirty="0" smtClean="0"/>
              <a:t>讲   问题讲解</a:t>
            </a:r>
            <a:endParaRPr lang="zh-CN" altLang="en-US" sz="3600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457200" y="1500174"/>
            <a:ext cx="8229600" cy="4811344"/>
          </a:xfr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83563"/>
            <a:ext cx="8229600" cy="773735"/>
          </a:xfrm>
        </p:spPr>
        <p:txBody>
          <a:bodyPr>
            <a:noAutofit/>
          </a:bodyPr>
          <a:lstStyle/>
          <a:p>
            <a:r>
              <a:rPr lang="zh-CN" altLang="en-US" sz="3600" dirty="0" smtClean="0"/>
              <a:t>第</a:t>
            </a:r>
            <a:r>
              <a:rPr lang="en-US" altLang="zh-CN" sz="3600" dirty="0" smtClean="0"/>
              <a:t>14</a:t>
            </a:r>
            <a:r>
              <a:rPr lang="zh-CN" altLang="en-US" sz="3600" dirty="0" smtClean="0"/>
              <a:t>讲   问题讲解</a:t>
            </a:r>
            <a:endParaRPr lang="zh-CN" altLang="en-US" sz="3600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457200" y="1500174"/>
            <a:ext cx="8229600" cy="4811344"/>
          </a:xfr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83563"/>
            <a:ext cx="8229600" cy="773735"/>
          </a:xfrm>
        </p:spPr>
        <p:txBody>
          <a:bodyPr>
            <a:noAutofit/>
          </a:bodyPr>
          <a:lstStyle/>
          <a:p>
            <a:r>
              <a:rPr lang="zh-CN" altLang="en-US" sz="3600" dirty="0" smtClean="0"/>
              <a:t>第</a:t>
            </a:r>
            <a:r>
              <a:rPr lang="en-US" altLang="zh-CN" sz="3600" dirty="0" smtClean="0"/>
              <a:t>14</a:t>
            </a:r>
            <a:r>
              <a:rPr lang="zh-CN" altLang="en-US" sz="3600" dirty="0" smtClean="0"/>
              <a:t>讲   问题讲解</a:t>
            </a:r>
            <a:endParaRPr lang="zh-CN" altLang="en-US" sz="3600" dirty="0"/>
          </a:p>
        </p:txBody>
      </p:sp>
      <p:pic>
        <p:nvPicPr>
          <p:cNvPr id="2048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921248" y="1361912"/>
            <a:ext cx="5400696" cy="49354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83563"/>
            <a:ext cx="8229600" cy="773735"/>
          </a:xfrm>
        </p:spPr>
        <p:txBody>
          <a:bodyPr>
            <a:noAutofit/>
          </a:bodyPr>
          <a:lstStyle/>
          <a:p>
            <a:r>
              <a:rPr lang="zh-CN" altLang="en-US" sz="3600" dirty="0" smtClean="0"/>
              <a:t>第</a:t>
            </a:r>
            <a:r>
              <a:rPr lang="en-US" altLang="zh-CN" sz="3600" dirty="0" smtClean="0"/>
              <a:t>14</a:t>
            </a:r>
            <a:r>
              <a:rPr lang="zh-CN" altLang="en-US" sz="3600" dirty="0" smtClean="0"/>
              <a:t>讲   问题讲解</a:t>
            </a:r>
            <a:endParaRPr lang="zh-CN" altLang="en-US" sz="3600" dirty="0"/>
          </a:p>
        </p:txBody>
      </p:sp>
      <p:pic>
        <p:nvPicPr>
          <p:cNvPr id="2150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857356" y="1434354"/>
            <a:ext cx="5572164" cy="48521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83563"/>
            <a:ext cx="8229600" cy="773735"/>
          </a:xfrm>
        </p:spPr>
        <p:txBody>
          <a:bodyPr>
            <a:noAutofit/>
          </a:bodyPr>
          <a:lstStyle/>
          <a:p>
            <a:r>
              <a:rPr lang="zh-CN" altLang="en-US" sz="3600" dirty="0" smtClean="0"/>
              <a:t>第</a:t>
            </a:r>
            <a:r>
              <a:rPr lang="en-US" altLang="zh-CN" sz="3600" dirty="0" smtClean="0"/>
              <a:t>14</a:t>
            </a:r>
            <a:r>
              <a:rPr lang="zh-CN" altLang="en-US" sz="3600" dirty="0" smtClean="0"/>
              <a:t>讲   问题讲解</a:t>
            </a:r>
            <a:endParaRPr lang="zh-CN" altLang="en-US" sz="3600" dirty="0"/>
          </a:p>
        </p:txBody>
      </p:sp>
      <p:pic>
        <p:nvPicPr>
          <p:cNvPr id="2253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714480" y="1289847"/>
            <a:ext cx="5699829" cy="49966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83563"/>
            <a:ext cx="8229600" cy="773735"/>
          </a:xfrm>
        </p:spPr>
        <p:txBody>
          <a:bodyPr>
            <a:noAutofit/>
          </a:bodyPr>
          <a:lstStyle/>
          <a:p>
            <a:r>
              <a:rPr lang="zh-CN" altLang="en-US" sz="3600" dirty="0" smtClean="0"/>
              <a:t>第</a:t>
            </a:r>
            <a:r>
              <a:rPr lang="en-US" altLang="zh-CN" sz="3600" dirty="0" smtClean="0"/>
              <a:t>14</a:t>
            </a:r>
            <a:r>
              <a:rPr lang="zh-CN" altLang="en-US" sz="3600" dirty="0" smtClean="0"/>
              <a:t>讲   问题讲解</a:t>
            </a:r>
            <a:endParaRPr lang="zh-CN" altLang="en-US" sz="3600" dirty="0"/>
          </a:p>
        </p:txBody>
      </p:sp>
      <p:pic>
        <p:nvPicPr>
          <p:cNvPr id="2355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71472" y="1857364"/>
            <a:ext cx="7942753" cy="32861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83563"/>
            <a:ext cx="8229600" cy="773735"/>
          </a:xfrm>
        </p:spPr>
        <p:txBody>
          <a:bodyPr>
            <a:noAutofit/>
          </a:bodyPr>
          <a:lstStyle/>
          <a:p>
            <a:r>
              <a:rPr lang="zh-CN" altLang="en-US" sz="3600" dirty="0" smtClean="0"/>
              <a:t>第</a:t>
            </a:r>
            <a:r>
              <a:rPr lang="en-US" altLang="zh-CN" sz="3600" dirty="0" smtClean="0"/>
              <a:t>14</a:t>
            </a:r>
            <a:r>
              <a:rPr lang="zh-CN" altLang="en-US" sz="3600" dirty="0" smtClean="0"/>
              <a:t>讲   问题讲解</a:t>
            </a:r>
            <a:endParaRPr lang="zh-CN" altLang="en-US" sz="3600" dirty="0"/>
          </a:p>
        </p:txBody>
      </p:sp>
      <p:pic>
        <p:nvPicPr>
          <p:cNvPr id="2457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58253" y="1714488"/>
            <a:ext cx="8157151" cy="34290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83563"/>
            <a:ext cx="8229600" cy="773735"/>
          </a:xfrm>
        </p:spPr>
        <p:txBody>
          <a:bodyPr>
            <a:noAutofit/>
          </a:bodyPr>
          <a:lstStyle/>
          <a:p>
            <a:r>
              <a:rPr lang="zh-CN" altLang="en-US" sz="3600" dirty="0" smtClean="0"/>
              <a:t>第</a:t>
            </a:r>
            <a:r>
              <a:rPr lang="en-US" altLang="zh-CN" sz="3600" dirty="0" smtClean="0"/>
              <a:t>14</a:t>
            </a:r>
            <a:r>
              <a:rPr lang="zh-CN" altLang="en-US" sz="3600" dirty="0" smtClean="0"/>
              <a:t>讲   问题讲解</a:t>
            </a:r>
            <a:endParaRPr lang="zh-CN" altLang="en-US" sz="3600" dirty="0"/>
          </a:p>
        </p:txBody>
      </p:sp>
      <p:pic>
        <p:nvPicPr>
          <p:cNvPr id="2560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00034" y="1571612"/>
            <a:ext cx="7796763" cy="32147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83563"/>
            <a:ext cx="8229600" cy="773735"/>
          </a:xfrm>
        </p:spPr>
        <p:txBody>
          <a:bodyPr>
            <a:noAutofit/>
          </a:bodyPr>
          <a:lstStyle/>
          <a:p>
            <a:r>
              <a:rPr lang="zh-CN" altLang="en-US" sz="3600" dirty="0" smtClean="0"/>
              <a:t>第</a:t>
            </a:r>
            <a:r>
              <a:rPr lang="en-US" altLang="zh-CN" sz="3600" dirty="0" smtClean="0"/>
              <a:t>14</a:t>
            </a:r>
            <a:r>
              <a:rPr lang="zh-CN" altLang="en-US" sz="3600" dirty="0" smtClean="0"/>
              <a:t>讲   问题讲解</a:t>
            </a:r>
            <a:endParaRPr lang="zh-CN" altLang="en-US" sz="3600" dirty="0"/>
          </a:p>
        </p:txBody>
      </p:sp>
      <p:pic>
        <p:nvPicPr>
          <p:cNvPr id="266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43309" y="1785926"/>
            <a:ext cx="7886343" cy="30718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83563"/>
            <a:ext cx="8229600" cy="773735"/>
          </a:xfrm>
        </p:spPr>
        <p:txBody>
          <a:bodyPr>
            <a:noAutofit/>
          </a:bodyPr>
          <a:lstStyle/>
          <a:p>
            <a:r>
              <a:rPr lang="zh-CN" altLang="en-US" sz="3600" dirty="0" smtClean="0"/>
              <a:t>第</a:t>
            </a:r>
            <a:r>
              <a:rPr lang="en-US" altLang="zh-CN" sz="3600" dirty="0" smtClean="0"/>
              <a:t>14</a:t>
            </a:r>
            <a:r>
              <a:rPr lang="zh-CN" altLang="en-US" sz="3600" dirty="0" smtClean="0"/>
              <a:t>讲   问题讲解</a:t>
            </a:r>
            <a:endParaRPr lang="zh-CN" altLang="en-US" sz="3600" dirty="0"/>
          </a:p>
        </p:txBody>
      </p:sp>
      <p:pic>
        <p:nvPicPr>
          <p:cNvPr id="276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57158" y="1643050"/>
            <a:ext cx="8206083" cy="3000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83563"/>
            <a:ext cx="8229600" cy="773735"/>
          </a:xfrm>
        </p:spPr>
        <p:txBody>
          <a:bodyPr>
            <a:noAutofit/>
          </a:bodyPr>
          <a:lstStyle/>
          <a:p>
            <a:r>
              <a:rPr lang="zh-CN" altLang="en-US" sz="3600" dirty="0" smtClean="0"/>
              <a:t>第</a:t>
            </a:r>
            <a:r>
              <a:rPr lang="en-US" altLang="zh-CN" sz="3600" dirty="0" smtClean="0"/>
              <a:t>14</a:t>
            </a:r>
            <a:r>
              <a:rPr lang="zh-CN" altLang="en-US" sz="3600" dirty="0" smtClean="0"/>
              <a:t>讲   问题讲解</a:t>
            </a:r>
            <a:endParaRPr lang="zh-CN" altLang="en-US" sz="3600" dirty="0"/>
          </a:p>
        </p:txBody>
      </p:sp>
      <p:pic>
        <p:nvPicPr>
          <p:cNvPr id="286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71472" y="1714488"/>
            <a:ext cx="7984925" cy="32147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83563"/>
            <a:ext cx="8229600" cy="773735"/>
          </a:xfrm>
        </p:spPr>
        <p:txBody>
          <a:bodyPr>
            <a:noAutofit/>
          </a:bodyPr>
          <a:lstStyle/>
          <a:p>
            <a:r>
              <a:rPr lang="zh-CN" altLang="en-US" sz="3600" dirty="0" smtClean="0"/>
              <a:t>第</a:t>
            </a:r>
            <a:r>
              <a:rPr lang="en-US" altLang="zh-CN" sz="3600" dirty="0" smtClean="0"/>
              <a:t>14</a:t>
            </a:r>
            <a:r>
              <a:rPr lang="zh-CN" altLang="en-US" sz="3600" dirty="0" smtClean="0"/>
              <a:t>讲   问题讲解</a:t>
            </a:r>
            <a:endParaRPr lang="zh-CN" altLang="en-US" sz="3600" dirty="0"/>
          </a:p>
        </p:txBody>
      </p:sp>
      <p:pic>
        <p:nvPicPr>
          <p:cNvPr id="296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71471" y="1571612"/>
            <a:ext cx="8066541" cy="3571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83563"/>
            <a:ext cx="8229600" cy="773735"/>
          </a:xfrm>
        </p:spPr>
        <p:txBody>
          <a:bodyPr>
            <a:noAutofit/>
          </a:bodyPr>
          <a:lstStyle/>
          <a:p>
            <a:r>
              <a:rPr lang="zh-CN" altLang="en-US" sz="3600" dirty="0" smtClean="0"/>
              <a:t>第</a:t>
            </a:r>
            <a:r>
              <a:rPr lang="en-US" altLang="zh-CN" sz="3600" dirty="0" smtClean="0"/>
              <a:t>14</a:t>
            </a:r>
            <a:r>
              <a:rPr lang="zh-CN" altLang="en-US" sz="3600" dirty="0" smtClean="0"/>
              <a:t>讲   问题讲解</a:t>
            </a:r>
            <a:endParaRPr lang="zh-CN" altLang="en-US" sz="3600" dirty="0"/>
          </a:p>
        </p:txBody>
      </p:sp>
      <p:pic>
        <p:nvPicPr>
          <p:cNvPr id="307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28595" y="1571612"/>
            <a:ext cx="8324343" cy="3571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83563"/>
            <a:ext cx="8229600" cy="773735"/>
          </a:xfrm>
        </p:spPr>
        <p:txBody>
          <a:bodyPr>
            <a:noAutofit/>
          </a:bodyPr>
          <a:lstStyle/>
          <a:p>
            <a:r>
              <a:rPr lang="zh-CN" altLang="en-US" sz="3600" dirty="0" smtClean="0"/>
              <a:t>第</a:t>
            </a:r>
            <a:r>
              <a:rPr lang="en-US" altLang="zh-CN" sz="3600" dirty="0" smtClean="0"/>
              <a:t>14</a:t>
            </a:r>
            <a:r>
              <a:rPr lang="zh-CN" altLang="en-US" sz="3600" dirty="0" smtClean="0"/>
              <a:t>讲   问题讲解</a:t>
            </a:r>
            <a:endParaRPr lang="zh-CN" altLang="en-US" sz="3600" dirty="0"/>
          </a:p>
        </p:txBody>
      </p:sp>
      <p:pic>
        <p:nvPicPr>
          <p:cNvPr id="317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44578" y="1714488"/>
            <a:ext cx="7965192" cy="3643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83563"/>
            <a:ext cx="8229600" cy="773735"/>
          </a:xfrm>
        </p:spPr>
        <p:txBody>
          <a:bodyPr>
            <a:noAutofit/>
          </a:bodyPr>
          <a:lstStyle/>
          <a:p>
            <a:r>
              <a:rPr lang="zh-CN" altLang="en-US" sz="3600" dirty="0" smtClean="0"/>
              <a:t>第</a:t>
            </a:r>
            <a:r>
              <a:rPr lang="en-US" altLang="zh-CN" sz="3600" dirty="0" smtClean="0"/>
              <a:t>14</a:t>
            </a:r>
            <a:r>
              <a:rPr lang="zh-CN" altLang="en-US" sz="3600" dirty="0" smtClean="0"/>
              <a:t>讲   问题讲解</a:t>
            </a:r>
            <a:endParaRPr lang="zh-CN" altLang="en-US" sz="3600" dirty="0"/>
          </a:p>
        </p:txBody>
      </p:sp>
      <p:pic>
        <p:nvPicPr>
          <p:cNvPr id="327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71472" y="1857364"/>
            <a:ext cx="7947390" cy="3000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83563"/>
            <a:ext cx="8229600" cy="773735"/>
          </a:xfrm>
        </p:spPr>
        <p:txBody>
          <a:bodyPr>
            <a:noAutofit/>
          </a:bodyPr>
          <a:lstStyle/>
          <a:p>
            <a:r>
              <a:rPr lang="zh-CN" altLang="en-US" sz="3600" dirty="0" smtClean="0"/>
              <a:t>第</a:t>
            </a:r>
            <a:r>
              <a:rPr lang="en-US" altLang="zh-CN" sz="3600" dirty="0" smtClean="0"/>
              <a:t>14</a:t>
            </a:r>
            <a:r>
              <a:rPr lang="zh-CN" altLang="en-US" sz="3600" dirty="0" smtClean="0"/>
              <a:t>讲   问题讲解</a:t>
            </a:r>
            <a:endParaRPr lang="zh-CN" altLang="en-US" sz="3600" dirty="0"/>
          </a:p>
        </p:txBody>
      </p:sp>
      <p:pic>
        <p:nvPicPr>
          <p:cNvPr id="337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00034" y="1785926"/>
            <a:ext cx="7938286" cy="3500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83563"/>
            <a:ext cx="8229600" cy="773735"/>
          </a:xfrm>
        </p:spPr>
        <p:txBody>
          <a:bodyPr>
            <a:noAutofit/>
          </a:bodyPr>
          <a:lstStyle/>
          <a:p>
            <a:r>
              <a:rPr lang="zh-CN" altLang="en-US" sz="3600" dirty="0" smtClean="0"/>
              <a:t>第</a:t>
            </a:r>
            <a:r>
              <a:rPr lang="en-US" altLang="zh-CN" sz="3600" dirty="0" smtClean="0"/>
              <a:t>14</a:t>
            </a:r>
            <a:r>
              <a:rPr lang="zh-CN" altLang="en-US" sz="3600" dirty="0" smtClean="0"/>
              <a:t>讲   问题讲解</a:t>
            </a:r>
            <a:endParaRPr lang="zh-CN" altLang="en-US" sz="3600" dirty="0"/>
          </a:p>
        </p:txBody>
      </p:sp>
      <p:pic>
        <p:nvPicPr>
          <p:cNvPr id="348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28596" y="1643050"/>
            <a:ext cx="8299554" cy="3643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83563"/>
            <a:ext cx="8229600" cy="773735"/>
          </a:xfrm>
        </p:spPr>
        <p:txBody>
          <a:bodyPr>
            <a:noAutofit/>
          </a:bodyPr>
          <a:lstStyle/>
          <a:p>
            <a:r>
              <a:rPr lang="zh-CN" altLang="en-US" sz="3600" dirty="0" smtClean="0"/>
              <a:t>第</a:t>
            </a:r>
            <a:r>
              <a:rPr lang="en-US" altLang="zh-CN" sz="3600" dirty="0" smtClean="0"/>
              <a:t>14</a:t>
            </a:r>
            <a:r>
              <a:rPr lang="zh-CN" altLang="en-US" sz="3600" dirty="0" smtClean="0"/>
              <a:t>讲   问题讲解</a:t>
            </a:r>
            <a:endParaRPr lang="zh-CN" altLang="en-US" sz="3600" dirty="0"/>
          </a:p>
        </p:txBody>
      </p:sp>
      <p:pic>
        <p:nvPicPr>
          <p:cNvPr id="358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89122" y="1857364"/>
            <a:ext cx="7980889" cy="30718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83563"/>
            <a:ext cx="8229600" cy="773735"/>
          </a:xfrm>
        </p:spPr>
        <p:txBody>
          <a:bodyPr>
            <a:noAutofit/>
          </a:bodyPr>
          <a:lstStyle/>
          <a:p>
            <a:r>
              <a:rPr lang="zh-CN" altLang="en-US" sz="3600" dirty="0" smtClean="0"/>
              <a:t>第</a:t>
            </a:r>
            <a:r>
              <a:rPr lang="en-US" altLang="zh-CN" sz="3600" dirty="0" smtClean="0"/>
              <a:t>14</a:t>
            </a:r>
            <a:r>
              <a:rPr lang="zh-CN" altLang="en-US" sz="3600" dirty="0" smtClean="0"/>
              <a:t>讲   问题讲解</a:t>
            </a:r>
            <a:endParaRPr lang="zh-CN" altLang="en-US" sz="3600" dirty="0"/>
          </a:p>
        </p:txBody>
      </p:sp>
      <p:pic>
        <p:nvPicPr>
          <p:cNvPr id="368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62228" y="1571612"/>
            <a:ext cx="8088060" cy="37862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83563"/>
            <a:ext cx="8229600" cy="773735"/>
          </a:xfrm>
        </p:spPr>
        <p:txBody>
          <a:bodyPr>
            <a:noAutofit/>
          </a:bodyPr>
          <a:lstStyle/>
          <a:p>
            <a:r>
              <a:rPr lang="zh-CN" altLang="en-US" sz="3600" dirty="0" smtClean="0"/>
              <a:t>第</a:t>
            </a:r>
            <a:r>
              <a:rPr lang="en-US" altLang="zh-CN" sz="3600" dirty="0" smtClean="0"/>
              <a:t>14</a:t>
            </a:r>
            <a:r>
              <a:rPr lang="zh-CN" altLang="en-US" sz="3600" dirty="0" smtClean="0"/>
              <a:t>讲   问题讲解</a:t>
            </a:r>
            <a:endParaRPr lang="zh-CN" altLang="en-US" sz="3600" dirty="0"/>
          </a:p>
        </p:txBody>
      </p:sp>
      <p:pic>
        <p:nvPicPr>
          <p:cNvPr id="378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071802" y="1357298"/>
            <a:ext cx="3786214" cy="50868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83563"/>
            <a:ext cx="8229600" cy="773735"/>
          </a:xfrm>
        </p:spPr>
        <p:txBody>
          <a:bodyPr>
            <a:noAutofit/>
          </a:bodyPr>
          <a:lstStyle/>
          <a:p>
            <a:r>
              <a:rPr lang="zh-CN" altLang="en-US" sz="3600" dirty="0" smtClean="0"/>
              <a:t>第</a:t>
            </a:r>
            <a:r>
              <a:rPr lang="en-US" altLang="zh-CN" sz="3600" dirty="0" smtClean="0"/>
              <a:t>14</a:t>
            </a:r>
            <a:r>
              <a:rPr lang="zh-CN" altLang="en-US" sz="3600" dirty="0" smtClean="0"/>
              <a:t>讲   问题讲解</a:t>
            </a:r>
            <a:endParaRPr lang="zh-CN" altLang="en-US" sz="3600" dirty="0"/>
          </a:p>
        </p:txBody>
      </p:sp>
      <p:pic>
        <p:nvPicPr>
          <p:cNvPr id="3993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42910" y="1643050"/>
            <a:ext cx="7974778" cy="37862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学术报告—重庆理工大学(有签名）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3823</TotalTime>
  <Words>178</Words>
  <Application>Microsoft Office PowerPoint</Application>
  <PresentationFormat>全屏显示(4:3)</PresentationFormat>
  <Paragraphs>54</Paragraphs>
  <Slides>42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42</vt:i4>
      </vt:variant>
    </vt:vector>
  </HeadingPairs>
  <TitlesOfParts>
    <vt:vector size="46" baseType="lpstr">
      <vt:lpstr>宋体</vt:lpstr>
      <vt:lpstr>Arial</vt:lpstr>
      <vt:lpstr>Calibri</vt:lpstr>
      <vt:lpstr>学术报告—重庆理工大学(有签名）</vt:lpstr>
      <vt:lpstr>数值分析——第14讲</vt:lpstr>
      <vt:lpstr>教材、参考书目</vt:lpstr>
      <vt:lpstr>第14讲   问题讲解</vt:lpstr>
      <vt:lpstr>第14讲   问题讲解</vt:lpstr>
      <vt:lpstr>第14讲   问题讲解</vt:lpstr>
      <vt:lpstr>第14讲   问题讲解</vt:lpstr>
      <vt:lpstr>第14讲   问题讲解</vt:lpstr>
      <vt:lpstr>第14讲   问题讲解</vt:lpstr>
      <vt:lpstr>第14讲   问题讲解</vt:lpstr>
      <vt:lpstr>第14讲   问题讲解</vt:lpstr>
      <vt:lpstr>第14讲   问题讲解</vt:lpstr>
      <vt:lpstr>第14讲   问题讲解</vt:lpstr>
      <vt:lpstr>第14讲   问题讲解</vt:lpstr>
      <vt:lpstr>第14讲   问题讲解</vt:lpstr>
      <vt:lpstr>第14讲   问题讲解</vt:lpstr>
      <vt:lpstr>第14讲   问题讲解</vt:lpstr>
      <vt:lpstr>第14讲   问题讲解</vt:lpstr>
      <vt:lpstr>第14讲   问题讲解</vt:lpstr>
      <vt:lpstr>第14讲   问题讲解</vt:lpstr>
      <vt:lpstr>第14讲   问题讲解</vt:lpstr>
      <vt:lpstr>第14讲   问题讲解</vt:lpstr>
      <vt:lpstr>第14讲   问题讲解</vt:lpstr>
      <vt:lpstr>第14讲   问题讲解</vt:lpstr>
      <vt:lpstr>第14讲   问题讲解</vt:lpstr>
      <vt:lpstr>第14讲   问题讲解</vt:lpstr>
      <vt:lpstr>第14讲   问题讲解</vt:lpstr>
      <vt:lpstr>第14讲   问题讲解</vt:lpstr>
      <vt:lpstr>第14讲   问题讲解</vt:lpstr>
      <vt:lpstr>第14讲   问题讲解</vt:lpstr>
      <vt:lpstr>第14讲   问题讲解</vt:lpstr>
      <vt:lpstr>第14讲   问题讲解</vt:lpstr>
      <vt:lpstr>第14讲   问题讲解</vt:lpstr>
      <vt:lpstr>第14讲   问题讲解</vt:lpstr>
      <vt:lpstr>第14讲   问题讲解</vt:lpstr>
      <vt:lpstr>第14讲   问题讲解</vt:lpstr>
      <vt:lpstr>第14讲   问题讲解</vt:lpstr>
      <vt:lpstr>第14讲   问题讲解</vt:lpstr>
      <vt:lpstr>第14讲   问题讲解</vt:lpstr>
      <vt:lpstr>第14讲   问题讲解</vt:lpstr>
      <vt:lpstr>第14讲   问题讲解</vt:lpstr>
      <vt:lpstr>第14讲   问题讲解</vt:lpstr>
      <vt:lpstr>第14讲   问题讲解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微软用户</dc:creator>
  <cp:lastModifiedBy>Administrator</cp:lastModifiedBy>
  <cp:revision>473</cp:revision>
  <dcterms:created xsi:type="dcterms:W3CDTF">2013-10-08T04:55:16Z</dcterms:created>
  <dcterms:modified xsi:type="dcterms:W3CDTF">2018-03-03T14:36:28Z</dcterms:modified>
</cp:coreProperties>
</file>