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1" r:id="rId4"/>
    <p:sldId id="282" r:id="rId5"/>
    <p:sldId id="28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1" autoAdjust="0"/>
    <p:restoredTop sz="94660"/>
  </p:normalViewPr>
  <p:slideViewPr>
    <p:cSldViewPr>
      <p:cViewPr varScale="1">
        <p:scale>
          <a:sx n="65" d="100"/>
          <a:sy n="65" d="100"/>
        </p:scale>
        <p:origin x="-1548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00370" y="680339"/>
            <a:ext cx="6476256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755198" y="2649269"/>
            <a:ext cx="424056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3226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2018/11/29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2018/11/29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2018/11/29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2018/11/29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2018/11/29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2018/11/29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CA5C1-F603-4084-AA25-5CC419C1EBDE}" type="datetimeFigureOut">
              <a:rPr lang="zh-CN" altLang="en-US" smtClean="0"/>
              <a:pPr/>
              <a:t>2018/11/29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7544" y="661029"/>
            <a:ext cx="8136903" cy="2839979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数值分析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b="1" dirty="0" smtClean="0"/>
              <a:t>计算矩阵的特征值和特征向量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78718" y="1837978"/>
            <a:ext cx="6858000" cy="364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Box 5"/>
          <p:cNvSpPr txBox="1">
            <a:spLocks noChangeArrowheads="1"/>
          </p:cNvSpPr>
          <p:nvPr/>
        </p:nvSpPr>
        <p:spPr bwMode="auto">
          <a:xfrm>
            <a:off x="3250406" y="980728"/>
            <a:ext cx="26431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/>
              <a:t>人脸识别</a:t>
            </a:r>
          </a:p>
        </p:txBody>
      </p:sp>
    </p:spTree>
    <p:extLst>
      <p:ext uri="{BB962C8B-B14F-4D97-AF65-F5344CB8AC3E}">
        <p14:creationId xmlns:p14="http://schemas.microsoft.com/office/powerpoint/2010/main" xmlns="" val="95445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组合 1"/>
          <p:cNvGrpSpPr>
            <a:grpSpLocks/>
          </p:cNvGrpSpPr>
          <p:nvPr/>
        </p:nvGrpSpPr>
        <p:grpSpPr bwMode="auto">
          <a:xfrm>
            <a:off x="776114" y="1479649"/>
            <a:ext cx="7429500" cy="4357688"/>
            <a:chOff x="142875" y="1143000"/>
            <a:chExt cx="8643938" cy="5715000"/>
          </a:xfrm>
        </p:grpSpPr>
        <p:pic>
          <p:nvPicPr>
            <p:cNvPr id="27652" name="Picture 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1143000"/>
              <a:ext cx="4214813" cy="276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53" name="Picture 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313" y="1143000"/>
              <a:ext cx="4254500" cy="278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54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75" y="4146550"/>
              <a:ext cx="4325938" cy="271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55" name="Picture 1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4179888"/>
              <a:ext cx="4214813" cy="267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651" name="TextBox 6"/>
          <p:cNvSpPr txBox="1">
            <a:spLocks noChangeArrowheads="1"/>
          </p:cNvSpPr>
          <p:nvPr/>
        </p:nvSpPr>
        <p:spPr bwMode="auto">
          <a:xfrm>
            <a:off x="3347864" y="836712"/>
            <a:ext cx="2286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/>
              <a:t>图像压缩</a:t>
            </a:r>
          </a:p>
        </p:txBody>
      </p:sp>
    </p:spTree>
    <p:extLst>
      <p:ext uri="{BB962C8B-B14F-4D97-AF65-F5344CB8AC3E}">
        <p14:creationId xmlns:p14="http://schemas.microsoft.com/office/powerpoint/2010/main" xmlns="" val="3175585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93209" y="3052416"/>
            <a:ext cx="3465512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8396" y="1909416"/>
            <a:ext cx="40513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Box 3"/>
          <p:cNvSpPr txBox="1">
            <a:spLocks noChangeArrowheads="1"/>
          </p:cNvSpPr>
          <p:nvPr/>
        </p:nvSpPr>
        <p:spPr bwMode="auto">
          <a:xfrm>
            <a:off x="3635896" y="980728"/>
            <a:ext cx="3429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/>
              <a:t>图像配准</a:t>
            </a:r>
          </a:p>
        </p:txBody>
      </p:sp>
    </p:spTree>
    <p:extLst>
      <p:ext uri="{BB962C8B-B14F-4D97-AF65-F5344CB8AC3E}">
        <p14:creationId xmlns:p14="http://schemas.microsoft.com/office/powerpoint/2010/main" xmlns="" val="22668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1847" y="1407641"/>
            <a:ext cx="76073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TextBox 2"/>
          <p:cNvSpPr txBox="1">
            <a:spLocks noChangeArrowheads="1"/>
          </p:cNvSpPr>
          <p:nvPr/>
        </p:nvSpPr>
        <p:spPr bwMode="auto">
          <a:xfrm>
            <a:off x="2627784" y="764704"/>
            <a:ext cx="5000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/>
              <a:t>Google</a:t>
            </a:r>
            <a:r>
              <a:rPr lang="zh-CN" altLang="en-US"/>
              <a:t>搜索引擎</a:t>
            </a:r>
          </a:p>
        </p:txBody>
      </p:sp>
    </p:spTree>
    <p:extLst>
      <p:ext uri="{BB962C8B-B14F-4D97-AF65-F5344CB8AC3E}">
        <p14:creationId xmlns:p14="http://schemas.microsoft.com/office/powerpoint/2010/main" xmlns="" val="388808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5675" y="1486727"/>
            <a:ext cx="8347750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306" y="1722688"/>
            <a:ext cx="8229600" cy="4295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493790"/>
            <a:ext cx="8229600" cy="4753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2618" y="1415303"/>
            <a:ext cx="7651188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714488"/>
            <a:ext cx="8229600" cy="3872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587" y="1687594"/>
            <a:ext cx="8229600" cy="3580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0041" y="1415303"/>
            <a:ext cx="7723918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36391"/>
            <a:ext cx="8229600" cy="4267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477068"/>
            <a:ext cx="8229600" cy="4786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409" y="1415303"/>
            <a:ext cx="7751181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7811" y="1455737"/>
            <a:ext cx="7000875" cy="482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18198"/>
            <a:ext cx="8229600" cy="4181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2997" y="1506444"/>
            <a:ext cx="6772275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804" y="1643050"/>
            <a:ext cx="8229600" cy="4194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565857"/>
            <a:ext cx="8229600" cy="4608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770" y="1415303"/>
            <a:ext cx="7400884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28315"/>
            <a:ext cx="8229600" cy="448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14488"/>
            <a:ext cx="8229600" cy="3538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12</a:t>
            </a:r>
            <a:r>
              <a:rPr lang="zh-CN" altLang="en-US" sz="3600" dirty="0" smtClean="0"/>
              <a:t>讲   计算矩阵的特征值和特征向量</a:t>
            </a:r>
            <a:endParaRPr lang="zh-CN" altLang="en-US" sz="3600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01530"/>
            <a:ext cx="8229600" cy="467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学术报告—重庆理工大学(有签名）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3633</TotalTime>
  <Words>162</Words>
  <Application>Microsoft Office PowerPoint</Application>
  <PresentationFormat>全屏显示(4:3)</PresentationFormat>
  <Paragraphs>24</Paragraphs>
  <Slides>24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5" baseType="lpstr">
      <vt:lpstr>学术报告—重庆理工大学(有签名）</vt:lpstr>
      <vt:lpstr>数值分析  计算矩阵的特征值和特征向量</vt:lpstr>
      <vt:lpstr>幻灯片 2</vt:lpstr>
      <vt:lpstr>幻灯片 3</vt:lpstr>
      <vt:lpstr>幻灯片 4</vt:lpstr>
      <vt:lpstr>幻灯片 5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  <vt:lpstr>第12讲   计算矩阵的特征值和特征向量</vt:lpstr>
    </vt:vector>
  </TitlesOfParts>
  <Company>微软中国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PC</cp:lastModifiedBy>
  <cp:revision>443</cp:revision>
  <dcterms:created xsi:type="dcterms:W3CDTF">2013-10-08T04:55:16Z</dcterms:created>
  <dcterms:modified xsi:type="dcterms:W3CDTF">2018-11-29T04:52:14Z</dcterms:modified>
</cp:coreProperties>
</file>