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772525" cy="1123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123950"/>
            <a:ext cx="7239000" cy="4772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0"/>
            <a:ext cx="8686800" cy="828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" y="918210"/>
            <a:ext cx="7534275" cy="3238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40"/>
            <a:ext cx="8677275" cy="781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781050"/>
            <a:ext cx="8543925" cy="52101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0" y="1399540"/>
            <a:ext cx="6595745" cy="54584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92570" cy="17849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370" y="0"/>
            <a:ext cx="4513580" cy="2088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337820" y="115570"/>
            <a:ext cx="3078480" cy="55181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接上一页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45" y="810260"/>
            <a:ext cx="7826375" cy="5237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09740" cy="1909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15" y="1743075"/>
            <a:ext cx="6763385" cy="5114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75" y="366395"/>
            <a:ext cx="4655185" cy="11772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58495"/>
            <a:ext cx="8477250" cy="971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49110" cy="760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" y="1630045"/>
            <a:ext cx="8486775" cy="2924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98080" cy="13258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7010" cy="882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770"/>
            <a:ext cx="4147185" cy="15119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10450" cy="371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75"/>
            <a:ext cx="4860290" cy="3463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1755"/>
            <a:ext cx="5727700" cy="2901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800" cy="23374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7435"/>
            <a:ext cx="5572760" cy="890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8340"/>
            <a:ext cx="8313420" cy="1613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134350" cy="904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875"/>
            <a:ext cx="6336030" cy="56870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汪钦</cp:lastModifiedBy>
  <cp:revision>159</cp:revision>
  <dcterms:created xsi:type="dcterms:W3CDTF">2019-06-19T02:08:00Z</dcterms:created>
  <dcterms:modified xsi:type="dcterms:W3CDTF">2026-01-20T08:14:08Z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C82EE656169C49BEA82C98D6F1B38B71_12</vt:lpwstr>
  </property>
</Properties>
</file>